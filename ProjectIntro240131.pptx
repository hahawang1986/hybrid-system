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97" r:id="rId4"/>
    <p:sldMasterId id="2147483709" r:id="rId5"/>
  </p:sldMasterIdLst>
  <p:notesMasterIdLst>
    <p:notesMasterId r:id="rId9"/>
  </p:notesMasterIdLst>
  <p:handoutMasterIdLst>
    <p:handoutMasterId r:id="rId10"/>
  </p:handoutMasterIdLst>
  <p:sldIdLst>
    <p:sldId id="904" r:id="rId6"/>
    <p:sldId id="784" r:id="rId7"/>
    <p:sldId id="905" r:id="rId8"/>
  </p:sldIdLst>
  <p:sldSz cx="9144000" cy="6858000" type="screen4x3"/>
  <p:notesSz cx="7099300" cy="10234613"/>
  <p:custDataLst>
    <p:tags r:id="rId1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9530"/>
    <a:srgbClr val="737DFA"/>
    <a:srgbClr val="43C7D9"/>
    <a:srgbClr val="DAEFC3"/>
    <a:srgbClr val="FFFF1D"/>
    <a:srgbClr val="CC0000"/>
    <a:srgbClr val="FFFFCC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944EC3-DEC8-4161-9F85-E5A756612BDA}" v="6" dt="2021-05-06T01:32:51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07" autoAdjust="0"/>
    <p:restoredTop sz="90282" autoAdjust="0"/>
  </p:normalViewPr>
  <p:slideViewPr>
    <p:cSldViewPr showGuides="1">
      <p:cViewPr varScale="1">
        <p:scale>
          <a:sx n="99" d="100"/>
          <a:sy n="99" d="100"/>
        </p:scale>
        <p:origin x="1752" y="84"/>
      </p:cViewPr>
      <p:guideLst>
        <p:guide orient="horz" pos="3022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1000"/>
    </p:cViewPr>
  </p:sorterViewPr>
  <p:notesViewPr>
    <p:cSldViewPr showGuides="1">
      <p:cViewPr varScale="1">
        <p:scale>
          <a:sx n="65" d="100"/>
          <a:sy n="65" d="100"/>
        </p:scale>
        <p:origin x="-2508" y="-114"/>
      </p:cViewPr>
      <p:guideLst>
        <p:guide orient="horz" pos="3108"/>
        <p:guide pos="2122"/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917" cy="512059"/>
          </a:xfrm>
          <a:prstGeom prst="rect">
            <a:avLst/>
          </a:prstGeom>
        </p:spPr>
        <p:txBody>
          <a:bodyPr vert="horz" lIns="94801" tIns="47401" rIns="94801" bIns="47401" rtlCol="0"/>
          <a:lstStyle>
            <a:lvl1pPr algn="l">
              <a:defRPr sz="11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919"/>
            <a:ext cx="3076917" cy="512059"/>
          </a:xfrm>
          <a:prstGeom prst="rect">
            <a:avLst/>
          </a:prstGeom>
        </p:spPr>
        <p:txBody>
          <a:bodyPr vert="horz" lIns="94801" tIns="47401" rIns="94801" bIns="47401" rtlCol="0" anchor="b"/>
          <a:lstStyle>
            <a:lvl1pPr algn="l">
              <a:defRPr sz="11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4020725" y="9720919"/>
            <a:ext cx="3076917" cy="512059"/>
          </a:xfrm>
          <a:prstGeom prst="rect">
            <a:avLst/>
          </a:prstGeom>
        </p:spPr>
        <p:txBody>
          <a:bodyPr vert="horz" lIns="94747" tIns="47374" rIns="94747" bIns="47374" rtlCol="0" anchor="b"/>
          <a:lstStyle>
            <a:lvl1pPr algn="r">
              <a:defRPr sz="13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1F03B5CB-3274-4133-B89B-91642519536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38658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917" cy="512059"/>
          </a:xfrm>
          <a:prstGeom prst="rect">
            <a:avLst/>
          </a:prstGeom>
        </p:spPr>
        <p:txBody>
          <a:bodyPr vert="horz" lIns="94801" tIns="47401" rIns="94801" bIns="47401" rtlCol="0"/>
          <a:lstStyle>
            <a:lvl1pPr algn="l">
              <a:defRPr sz="11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0725" y="0"/>
            <a:ext cx="3076917" cy="512059"/>
          </a:xfrm>
          <a:prstGeom prst="rect">
            <a:avLst/>
          </a:prstGeom>
        </p:spPr>
        <p:txBody>
          <a:bodyPr vert="horz" lIns="94801" tIns="47401" rIns="94801" bIns="47401" rtlCol="0"/>
          <a:lstStyle>
            <a:lvl1pPr algn="r">
              <a:defRPr sz="11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D22FD39E-BAEC-494B-A605-BA94E6D69B17}" type="datetimeFigureOut">
              <a:rPr lang="en-US"/>
              <a:pPr>
                <a:defRPr/>
              </a:pPr>
              <a:t>2/12/2024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766763"/>
            <a:ext cx="5121275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01" tIns="47401" rIns="94801" bIns="47401" rtlCol="0" anchor="ctr"/>
          <a:lstStyle/>
          <a:p>
            <a:pPr lvl="0"/>
            <a:endParaRPr lang="en-AU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2096"/>
            <a:ext cx="5679440" cy="4605249"/>
          </a:xfrm>
          <a:prstGeom prst="rect">
            <a:avLst/>
          </a:prstGeom>
        </p:spPr>
        <p:txBody>
          <a:bodyPr vert="horz" lIns="94801" tIns="47401" rIns="94801" bIns="4740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919"/>
            <a:ext cx="3076917" cy="512059"/>
          </a:xfrm>
          <a:prstGeom prst="rect">
            <a:avLst/>
          </a:prstGeom>
        </p:spPr>
        <p:txBody>
          <a:bodyPr vert="horz" lIns="94801" tIns="47401" rIns="94801" bIns="47401" rtlCol="0" anchor="b"/>
          <a:lstStyle>
            <a:lvl1pPr algn="l">
              <a:defRPr sz="11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0725" y="9720919"/>
            <a:ext cx="3076917" cy="512059"/>
          </a:xfrm>
          <a:prstGeom prst="rect">
            <a:avLst/>
          </a:prstGeom>
        </p:spPr>
        <p:txBody>
          <a:bodyPr vert="horz" lIns="94801" tIns="47401" rIns="94801" bIns="47401" rtlCol="0" anchor="b"/>
          <a:lstStyle>
            <a:lvl1pPr algn="r">
              <a:defRPr sz="11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FFB27FF3-1002-4A4F-A07E-CB0A6EC8449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96862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98" algn="l" defTabSz="9137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81" algn="l" defTabSz="9137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60" algn="l" defTabSz="9137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038" algn="l" defTabSz="9137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E3B5886C-5669-4D18-91D2-97A93A97ED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8759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30079" indent="-280800" defTabSz="968759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23198" indent="-224639" defTabSz="968759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572477" indent="-224639" defTabSz="968759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21757" indent="-224639" defTabSz="968759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471036" indent="-224639" defTabSz="96875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20315" indent="-224639" defTabSz="96875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369595" indent="-224639" defTabSz="96875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18874" indent="-224639" defTabSz="96875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6875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0030A6-835D-41F5-8A79-B8D21B686DCA}" type="slidenum">
              <a:rPr kumimoji="1" lang="zh-TW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0070205080204" pitchFamily="34" charset="-128"/>
                <a:ea typeface="Arial Unicode MS" panose="020B0600070205080204" pitchFamily="34" charset="-128"/>
                <a:cs typeface="+mn-cs"/>
              </a:rPr>
              <a:pPr marL="0" marR="0" lvl="0" indent="0" algn="r" defTabSz="96875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Unicode MS" panose="020B0600070205080204" pitchFamily="34" charset="-128"/>
              <a:ea typeface="Arial Unicode MS" panose="020B0600070205080204" pitchFamily="34" charset="-128"/>
              <a:cs typeface="+mn-cs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217A024-A7CF-4D36-9D35-42A899A03A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45BF462-7DA0-460F-8A36-77BE041A8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405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0080" y="4941169"/>
            <a:ext cx="7772400" cy="720080"/>
          </a:xfrm>
        </p:spPr>
        <p:txBody>
          <a:bodyPr>
            <a:normAutofit/>
          </a:bodyPr>
          <a:lstStyle>
            <a:lvl1pPr algn="r">
              <a:defRPr sz="3400">
                <a:solidFill>
                  <a:srgbClr val="0060A8"/>
                </a:solidFill>
                <a:latin typeface="Georgia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8232" y="4534272"/>
            <a:ext cx="6400800" cy="406896"/>
          </a:xfrm>
        </p:spPr>
        <p:txBody>
          <a:bodyPr>
            <a:normAutofit/>
          </a:bodyPr>
          <a:lstStyle>
            <a:lvl1pPr marL="0" indent="0" algn="r">
              <a:buNone/>
              <a:defRPr sz="1600">
                <a:solidFill>
                  <a:srgbClr val="808285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48545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University of Adelaide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0C31B-51A8-4756-A8CE-A1EFD5B4CA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67544" y="6453336"/>
            <a:ext cx="8280920" cy="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7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ampus-backgroun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853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UoA_logo_vert_cmyk_midbg.png"/>
          <p:cNvPicPr/>
          <p:nvPr/>
        </p:nvPicPr>
        <p:blipFill>
          <a:blip r:embed="rId3" cstate="screen"/>
          <a:stretch>
            <a:fillRect/>
          </a:stretch>
        </p:blipFill>
        <p:spPr>
          <a:xfrm>
            <a:off x="310772" y="318199"/>
            <a:ext cx="1107584" cy="82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2141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12776"/>
            <a:ext cx="4038600" cy="47133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776"/>
            <a:ext cx="4038600" cy="47133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67544" y="6453336"/>
            <a:ext cx="8280920" cy="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544" y="6448251"/>
            <a:ext cx="2895600" cy="365125"/>
          </a:xfrm>
        </p:spPr>
        <p:txBody>
          <a:bodyPr/>
          <a:lstStyle/>
          <a:p>
            <a:r>
              <a:rPr lang="en-AU" dirty="0"/>
              <a:t>University of Adelaide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48251"/>
            <a:ext cx="2133600" cy="365125"/>
          </a:xfrm>
        </p:spPr>
        <p:txBody>
          <a:bodyPr/>
          <a:lstStyle/>
          <a:p>
            <a:pPr>
              <a:defRPr/>
            </a:pPr>
            <a:fld id="{5910C31B-51A8-4756-A8CE-A1EFD5B4CA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05210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67544" y="6453336"/>
            <a:ext cx="8280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544" y="6448251"/>
            <a:ext cx="2895600" cy="365125"/>
          </a:xfrm>
        </p:spPr>
        <p:txBody>
          <a:bodyPr/>
          <a:lstStyle/>
          <a:p>
            <a:r>
              <a:rPr lang="en-AU" dirty="0"/>
              <a:t>University of Adelaide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48251"/>
            <a:ext cx="2133600" cy="365125"/>
          </a:xfrm>
        </p:spPr>
        <p:txBody>
          <a:bodyPr/>
          <a:lstStyle/>
          <a:p>
            <a:pPr>
              <a:defRPr/>
            </a:pPr>
            <a:fld id="{5910C31B-51A8-4756-A8CE-A1EFD5B4CA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8723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67544" y="6453336"/>
            <a:ext cx="8280920" cy="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544" y="6448251"/>
            <a:ext cx="2895600" cy="365125"/>
          </a:xfrm>
        </p:spPr>
        <p:txBody>
          <a:bodyPr/>
          <a:lstStyle/>
          <a:p>
            <a:r>
              <a:rPr lang="en-AU" dirty="0"/>
              <a:t>University of Adelaide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48251"/>
            <a:ext cx="2133600" cy="365125"/>
          </a:xfrm>
        </p:spPr>
        <p:txBody>
          <a:bodyPr/>
          <a:lstStyle/>
          <a:p>
            <a:pPr>
              <a:defRPr/>
            </a:pPr>
            <a:fld id="{5910C31B-51A8-4756-A8CE-A1EFD5B4CA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16445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67544" y="6453336"/>
            <a:ext cx="8280920" cy="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544" y="6448251"/>
            <a:ext cx="2895600" cy="365125"/>
          </a:xfrm>
        </p:spPr>
        <p:txBody>
          <a:bodyPr/>
          <a:lstStyle/>
          <a:p>
            <a:r>
              <a:rPr lang="en-AU" dirty="0"/>
              <a:t>University of Adelaide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48251"/>
            <a:ext cx="2133600" cy="365125"/>
          </a:xfrm>
        </p:spPr>
        <p:txBody>
          <a:bodyPr/>
          <a:lstStyle/>
          <a:p>
            <a:pPr>
              <a:defRPr/>
            </a:pPr>
            <a:fld id="{5910C31B-51A8-4756-A8CE-A1EFD5B4CA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20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67544" y="6453336"/>
            <a:ext cx="8280920" cy="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544" y="6448251"/>
            <a:ext cx="2895600" cy="365125"/>
          </a:xfrm>
        </p:spPr>
        <p:txBody>
          <a:bodyPr/>
          <a:lstStyle/>
          <a:p>
            <a:r>
              <a:rPr lang="en-AU" dirty="0"/>
              <a:t>University of Adelaide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48251"/>
            <a:ext cx="2133600" cy="365125"/>
          </a:xfrm>
        </p:spPr>
        <p:txBody>
          <a:bodyPr/>
          <a:lstStyle/>
          <a:p>
            <a:pPr>
              <a:defRPr/>
            </a:pPr>
            <a:fld id="{5910C31B-51A8-4756-A8CE-A1EFD5B4CA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20387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67544" y="6453336"/>
            <a:ext cx="8280920" cy="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544" y="6448251"/>
            <a:ext cx="2895600" cy="365125"/>
          </a:xfrm>
        </p:spPr>
        <p:txBody>
          <a:bodyPr/>
          <a:lstStyle/>
          <a:p>
            <a:r>
              <a:rPr lang="en-AU" dirty="0"/>
              <a:t>University of Adelaide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48251"/>
            <a:ext cx="2133600" cy="365125"/>
          </a:xfrm>
        </p:spPr>
        <p:txBody>
          <a:bodyPr/>
          <a:lstStyle/>
          <a:p>
            <a:pPr>
              <a:defRPr/>
            </a:pPr>
            <a:fld id="{5910C31B-51A8-4756-A8CE-A1EFD5B4CA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073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467544" y="6453336"/>
            <a:ext cx="8280920" cy="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544" y="6448251"/>
            <a:ext cx="2895600" cy="365125"/>
          </a:xfrm>
        </p:spPr>
        <p:txBody>
          <a:bodyPr/>
          <a:lstStyle/>
          <a:p>
            <a:r>
              <a:rPr lang="en-AU" dirty="0"/>
              <a:t>University of Adelaide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48251"/>
            <a:ext cx="2133600" cy="365125"/>
          </a:xfrm>
        </p:spPr>
        <p:txBody>
          <a:bodyPr/>
          <a:lstStyle/>
          <a:p>
            <a:pPr>
              <a:defRPr/>
            </a:pPr>
            <a:fld id="{5910C31B-51A8-4756-A8CE-A1EFD5B4CA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54684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67544" y="6453336"/>
            <a:ext cx="8280920" cy="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544" y="6448251"/>
            <a:ext cx="2895600" cy="365125"/>
          </a:xfrm>
        </p:spPr>
        <p:txBody>
          <a:bodyPr/>
          <a:lstStyle/>
          <a:p>
            <a:r>
              <a:rPr lang="en-AU" dirty="0"/>
              <a:t>University of Adelaide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48251"/>
            <a:ext cx="2133600" cy="365125"/>
          </a:xfrm>
        </p:spPr>
        <p:txBody>
          <a:bodyPr/>
          <a:lstStyle/>
          <a:p>
            <a:pPr>
              <a:defRPr/>
            </a:pPr>
            <a:fld id="{5910C31B-51A8-4756-A8CE-A1EFD5B4CA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590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13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374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66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93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38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591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06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406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01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554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0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850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2776"/>
            <a:ext cx="8229600" cy="4713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7544" y="64482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Georgia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808285"/>
                </a:solidFill>
                <a:latin typeface="Georgia" pitchFamily="18" charset="0"/>
              </a:defRPr>
            </a:lvl1pPr>
          </a:lstStyle>
          <a:p>
            <a:pPr>
              <a:defRPr/>
            </a:pPr>
            <a:fld id="{304EF425-8793-4774-A801-44B211F70A5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59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60A8"/>
          </a:solidFill>
          <a:latin typeface="Georg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eorg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Georgia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Georgia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Georgia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432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Slide Number Placeholder 5">
            <a:extLst>
              <a:ext uri="{FF2B5EF4-FFF2-40B4-BE49-F238E27FC236}">
                <a16:creationId xmlns:a16="http://schemas.microsoft.com/office/drawing/2014/main" id="{93608334-D922-4AD9-83A1-15D1A40907E6}"/>
              </a:ext>
            </a:extLst>
          </p:cNvPr>
          <p:cNvSpPr txBox="1">
            <a:spLocks noGrp="1"/>
          </p:cNvSpPr>
          <p:nvPr/>
        </p:nvSpPr>
        <p:spPr bwMode="auto">
          <a:xfrm>
            <a:off x="7059613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eaLnBrk="0" hangingPunct="0">
              <a:lnSpc>
                <a:spcPct val="120000"/>
              </a:lnSpc>
              <a:spcBef>
                <a:spcPct val="30000"/>
              </a:spcBef>
              <a:buClr>
                <a:srgbClr val="008000"/>
              </a:buClr>
              <a:buFont typeface="Tahoma" panose="020B0604030504040204" pitchFamily="34" charset="0"/>
              <a:buChar char="q"/>
              <a:defRPr sz="2400">
                <a:solidFill>
                  <a:srgbClr val="000099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30000"/>
              </a:spcBef>
              <a:buClr>
                <a:srgbClr val="FF0000"/>
              </a:buClr>
              <a:buFont typeface="Tahoma" panose="020B0604030504040204" pitchFamily="34" charset="0"/>
              <a:buChar char="q"/>
              <a:defRPr sz="2000">
                <a:solidFill>
                  <a:srgbClr val="000099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30000"/>
              </a:spcBef>
              <a:buClr>
                <a:schemeClr val="tx2"/>
              </a:buClr>
              <a:buFont typeface="Tahoma" panose="020B0604030504040204" pitchFamily="34" charset="0"/>
              <a:buChar char="q"/>
              <a:defRPr>
                <a:solidFill>
                  <a:srgbClr val="000099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30000"/>
              </a:spcBef>
              <a:buClr>
                <a:srgbClr val="CC66FF"/>
              </a:buClr>
              <a:buFont typeface="Tahoma" panose="020B0604030504040204" pitchFamily="34" charset="0"/>
              <a:buChar char="q"/>
              <a:defRPr>
                <a:solidFill>
                  <a:srgbClr val="000099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30000"/>
              </a:spcBef>
              <a:buClr>
                <a:srgbClr val="FFFF00"/>
              </a:buClr>
              <a:buFont typeface="Tahoma" panose="020B0604030504040204" pitchFamily="34" charset="0"/>
              <a:buChar char="q"/>
              <a:defRPr>
                <a:solidFill>
                  <a:srgbClr val="0000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FFFF00"/>
              </a:buClr>
              <a:buFont typeface="Tahoma" panose="020B0604030504040204" pitchFamily="34" charset="0"/>
              <a:buChar char="q"/>
              <a:defRPr>
                <a:solidFill>
                  <a:srgbClr val="0000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FFFF00"/>
              </a:buClr>
              <a:buFont typeface="Tahoma" panose="020B0604030504040204" pitchFamily="34" charset="0"/>
              <a:buChar char="q"/>
              <a:defRPr>
                <a:solidFill>
                  <a:srgbClr val="0000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FFFF00"/>
              </a:buClr>
              <a:buFont typeface="Tahoma" panose="020B0604030504040204" pitchFamily="34" charset="0"/>
              <a:buChar char="q"/>
              <a:defRPr>
                <a:solidFill>
                  <a:srgbClr val="0000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FFFF00"/>
              </a:buClr>
              <a:buFont typeface="Tahoma" panose="020B0604030504040204" pitchFamily="34" charset="0"/>
              <a:buChar char="q"/>
              <a:defRPr>
                <a:solidFill>
                  <a:srgbClr val="000099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t>P.</a:t>
            </a:r>
            <a:fld id="{2C4CE222-9743-4DBC-A1E6-2F65C2E9955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19CF41-6D83-30B4-F3BF-A45BE70E0288}"/>
              </a:ext>
            </a:extLst>
          </p:cNvPr>
          <p:cNvGrpSpPr/>
          <p:nvPr/>
        </p:nvGrpSpPr>
        <p:grpSpPr>
          <a:xfrm>
            <a:off x="251520" y="1705252"/>
            <a:ext cx="9425560" cy="4172020"/>
            <a:chOff x="251520" y="2209308"/>
            <a:chExt cx="9425560" cy="4172020"/>
          </a:xfrm>
        </p:grpSpPr>
        <p:grpSp>
          <p:nvGrpSpPr>
            <p:cNvPr id="5150" name="Group 5149">
              <a:extLst>
                <a:ext uri="{FF2B5EF4-FFF2-40B4-BE49-F238E27FC236}">
                  <a16:creationId xmlns:a16="http://schemas.microsoft.com/office/drawing/2014/main" id="{BC143B76-921F-E019-CC1C-71E1BC47DF95}"/>
                </a:ext>
              </a:extLst>
            </p:cNvPr>
            <p:cNvGrpSpPr/>
            <p:nvPr/>
          </p:nvGrpSpPr>
          <p:grpSpPr>
            <a:xfrm>
              <a:off x="547687" y="5180998"/>
              <a:ext cx="4682694" cy="1200330"/>
              <a:chOff x="4218984" y="5536594"/>
              <a:chExt cx="4682694" cy="1200330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F566B4-C1E7-D777-6E07-1CDF735F12A5}"/>
                  </a:ext>
                </a:extLst>
              </p:cNvPr>
              <p:cNvSpPr txBox="1"/>
              <p:nvPr/>
            </p:nvSpPr>
            <p:spPr>
              <a:xfrm>
                <a:off x="5426022" y="5536595"/>
                <a:ext cx="168507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6FC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Wind Direction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6FC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Wind Speed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6FC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Temperature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6FC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Humidity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1C92275-E304-9C7B-862B-877B0A07B06A}"/>
                  </a:ext>
                </a:extLst>
              </p:cNvPr>
              <p:cNvSpPr/>
              <p:nvPr/>
            </p:nvSpPr>
            <p:spPr>
              <a:xfrm>
                <a:off x="4218984" y="5680157"/>
                <a:ext cx="1044582" cy="93979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Weather</a:t>
                </a:r>
              </a:p>
            </p:txBody>
          </p:sp>
          <p:sp>
            <p:nvSpPr>
              <p:cNvPr id="5137" name="TextBox 5136">
                <a:extLst>
                  <a:ext uri="{FF2B5EF4-FFF2-40B4-BE49-F238E27FC236}">
                    <a16:creationId xmlns:a16="http://schemas.microsoft.com/office/drawing/2014/main" id="{9A89C87A-EF0C-1082-5A0F-0CB95875FE3B}"/>
                  </a:ext>
                </a:extLst>
              </p:cNvPr>
              <p:cNvSpPr txBox="1"/>
              <p:nvPr/>
            </p:nvSpPr>
            <p:spPr>
              <a:xfrm>
                <a:off x="7111099" y="5536594"/>
                <a:ext cx="179057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6FC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Visibility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6FC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Particle Count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6FC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Rain Intensity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6FC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SYNOP Code</a:t>
                </a: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0738F81-3B4C-5EEA-5DD1-C5A004A99994}"/>
                </a:ext>
              </a:extLst>
            </p:cNvPr>
            <p:cNvSpPr/>
            <p:nvPr/>
          </p:nvSpPr>
          <p:spPr>
            <a:xfrm>
              <a:off x="563233" y="2788273"/>
              <a:ext cx="694636" cy="93979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RFL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E4FBCD-EC7D-D69D-DFDD-D41D7279FFE9}"/>
                </a:ext>
              </a:extLst>
            </p:cNvPr>
            <p:cNvSpPr/>
            <p:nvPr/>
          </p:nvSpPr>
          <p:spPr>
            <a:xfrm>
              <a:off x="546483" y="3948207"/>
              <a:ext cx="711384" cy="93979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FSO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FD3760C-3384-AA16-565D-DC4D4B0FD65F}"/>
                </a:ext>
              </a:extLst>
            </p:cNvPr>
            <p:cNvSpPr txBox="1"/>
            <p:nvPr/>
          </p:nvSpPr>
          <p:spPr>
            <a:xfrm>
              <a:off x="251520" y="2209308"/>
              <a:ext cx="12490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Location 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BC1E0D-4158-80D1-ACA4-06BE43FA9780}"/>
                </a:ext>
              </a:extLst>
            </p:cNvPr>
            <p:cNvSpPr txBox="1"/>
            <p:nvPr/>
          </p:nvSpPr>
          <p:spPr>
            <a:xfrm>
              <a:off x="5555188" y="2209308"/>
              <a:ext cx="12490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Location 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4A3AC4-0D62-4C40-3C5D-2C7852FA56B7}"/>
                </a:ext>
              </a:extLst>
            </p:cNvPr>
            <p:cNvSpPr/>
            <p:nvPr/>
          </p:nvSpPr>
          <p:spPr>
            <a:xfrm>
              <a:off x="5821399" y="2788273"/>
              <a:ext cx="723275" cy="93979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RFL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507B4D-4158-2066-64A0-B966379CD667}"/>
                </a:ext>
              </a:extLst>
            </p:cNvPr>
            <p:cNvSpPr/>
            <p:nvPr/>
          </p:nvSpPr>
          <p:spPr>
            <a:xfrm>
              <a:off x="5821400" y="3948207"/>
              <a:ext cx="723275" cy="93979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FSO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A9D4D-0C83-629A-3914-F07E74011839}"/>
                </a:ext>
              </a:extLst>
            </p:cNvPr>
            <p:cNvSpPr/>
            <p:nvPr/>
          </p:nvSpPr>
          <p:spPr>
            <a:xfrm>
              <a:off x="2489767" y="3977372"/>
              <a:ext cx="2099733" cy="9106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Channel</a:t>
              </a:r>
            </a:p>
          </p:txBody>
        </p:sp>
        <p:cxnSp>
          <p:nvCxnSpPr>
            <p:cNvPr id="5133" name="Straight Arrow Connector 5132">
              <a:extLst>
                <a:ext uri="{FF2B5EF4-FFF2-40B4-BE49-F238E27FC236}">
                  <a16:creationId xmlns:a16="http://schemas.microsoft.com/office/drawing/2014/main" id="{689B007D-114A-54EE-114F-23ECDAFA0576}"/>
                </a:ext>
              </a:extLst>
            </p:cNvPr>
            <p:cNvCxnSpPr/>
            <p:nvPr/>
          </p:nvCxnSpPr>
          <p:spPr>
            <a:xfrm>
              <a:off x="1257867" y="2944908"/>
              <a:ext cx="1231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34" name="TextBox 5133">
              <a:extLst>
                <a:ext uri="{FF2B5EF4-FFF2-40B4-BE49-F238E27FC236}">
                  <a16:creationId xmlns:a16="http://schemas.microsoft.com/office/drawing/2014/main" id="{0D64D7F6-75C4-0529-A038-6C0ACFB0EA1C}"/>
                </a:ext>
              </a:extLst>
            </p:cNvPr>
            <p:cNvSpPr txBox="1"/>
            <p:nvPr/>
          </p:nvSpPr>
          <p:spPr>
            <a:xfrm>
              <a:off x="1460883" y="2570827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TSS</a:t>
              </a:r>
            </a:p>
          </p:txBody>
        </p:sp>
        <p:cxnSp>
          <p:nvCxnSpPr>
            <p:cNvPr id="5131" name="Straight Arrow Connector 5130">
              <a:extLst>
                <a:ext uri="{FF2B5EF4-FFF2-40B4-BE49-F238E27FC236}">
                  <a16:creationId xmlns:a16="http://schemas.microsoft.com/office/drawing/2014/main" id="{221743F2-2329-796A-6E92-AE2DF709A873}"/>
                </a:ext>
              </a:extLst>
            </p:cNvPr>
            <p:cNvCxnSpPr/>
            <p:nvPr/>
          </p:nvCxnSpPr>
          <p:spPr>
            <a:xfrm>
              <a:off x="4589499" y="2944908"/>
              <a:ext cx="1231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32" name="TextBox 5131">
              <a:extLst>
                <a:ext uri="{FF2B5EF4-FFF2-40B4-BE49-F238E27FC236}">
                  <a16:creationId xmlns:a16="http://schemas.microsoft.com/office/drawing/2014/main" id="{B0052E66-D26C-297E-E589-3F263E8F2B3C}"/>
                </a:ext>
              </a:extLst>
            </p:cNvPr>
            <p:cNvSpPr txBox="1"/>
            <p:nvPr/>
          </p:nvSpPr>
          <p:spPr>
            <a:xfrm>
              <a:off x="4792515" y="2570827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RSS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6EBD8EE-C53C-E485-252D-D03EBC38D28A}"/>
                </a:ext>
              </a:extLst>
            </p:cNvPr>
            <p:cNvCxnSpPr/>
            <p:nvPr/>
          </p:nvCxnSpPr>
          <p:spPr>
            <a:xfrm>
              <a:off x="1257867" y="3558741"/>
              <a:ext cx="1231900" cy="0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FA777C8-0E91-F299-3F58-99F665F51894}"/>
                </a:ext>
              </a:extLst>
            </p:cNvPr>
            <p:cNvSpPr txBox="1"/>
            <p:nvPr/>
          </p:nvSpPr>
          <p:spPr>
            <a:xfrm>
              <a:off x="1460883" y="3184660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RSS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68CF0DB-6970-CB88-0CBC-2F24C4E77C4A}"/>
                </a:ext>
              </a:extLst>
            </p:cNvPr>
            <p:cNvCxnSpPr/>
            <p:nvPr/>
          </p:nvCxnSpPr>
          <p:spPr>
            <a:xfrm>
              <a:off x="4589499" y="3558741"/>
              <a:ext cx="1231900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F8DF15-F357-EB9A-122B-0F5786F79972}"/>
                </a:ext>
              </a:extLst>
            </p:cNvPr>
            <p:cNvSpPr txBox="1"/>
            <p:nvPr/>
          </p:nvSpPr>
          <p:spPr>
            <a:xfrm>
              <a:off x="4792515" y="3184660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TSS</a:t>
              </a:r>
            </a:p>
          </p:txBody>
        </p:sp>
        <p:cxnSp>
          <p:nvCxnSpPr>
            <p:cNvPr id="5129" name="Straight Arrow Connector 5128">
              <a:extLst>
                <a:ext uri="{FF2B5EF4-FFF2-40B4-BE49-F238E27FC236}">
                  <a16:creationId xmlns:a16="http://schemas.microsoft.com/office/drawing/2014/main" id="{0C6AB666-8791-D319-A0C8-1392BFCFBDC5}"/>
                </a:ext>
              </a:extLst>
            </p:cNvPr>
            <p:cNvCxnSpPr/>
            <p:nvPr/>
          </p:nvCxnSpPr>
          <p:spPr>
            <a:xfrm>
              <a:off x="1257867" y="4101122"/>
              <a:ext cx="1231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30" name="TextBox 5129">
              <a:extLst>
                <a:ext uri="{FF2B5EF4-FFF2-40B4-BE49-F238E27FC236}">
                  <a16:creationId xmlns:a16="http://schemas.microsoft.com/office/drawing/2014/main" id="{6883023A-111B-C67A-FE66-D13DE53DB778}"/>
                </a:ext>
              </a:extLst>
            </p:cNvPr>
            <p:cNvSpPr txBox="1"/>
            <p:nvPr/>
          </p:nvSpPr>
          <p:spPr>
            <a:xfrm>
              <a:off x="1460883" y="3727041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TSS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944E3ED-EF47-1A80-9E30-523295036251}"/>
                </a:ext>
              </a:extLst>
            </p:cNvPr>
            <p:cNvCxnSpPr/>
            <p:nvPr/>
          </p:nvCxnSpPr>
          <p:spPr>
            <a:xfrm>
              <a:off x="1257867" y="4714955"/>
              <a:ext cx="1231900" cy="0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7" name="Straight Arrow Connector 5126">
              <a:extLst>
                <a:ext uri="{FF2B5EF4-FFF2-40B4-BE49-F238E27FC236}">
                  <a16:creationId xmlns:a16="http://schemas.microsoft.com/office/drawing/2014/main" id="{1E0E69B4-974D-94F3-204E-130127393DB6}"/>
                </a:ext>
              </a:extLst>
            </p:cNvPr>
            <p:cNvCxnSpPr/>
            <p:nvPr/>
          </p:nvCxnSpPr>
          <p:spPr>
            <a:xfrm>
              <a:off x="4589499" y="4080162"/>
              <a:ext cx="1231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28" name="TextBox 5127">
              <a:extLst>
                <a:ext uri="{FF2B5EF4-FFF2-40B4-BE49-F238E27FC236}">
                  <a16:creationId xmlns:a16="http://schemas.microsoft.com/office/drawing/2014/main" id="{BE0A4FCF-2BA1-00F6-D1BC-E5CD9F263D67}"/>
                </a:ext>
              </a:extLst>
            </p:cNvPr>
            <p:cNvSpPr txBox="1"/>
            <p:nvPr/>
          </p:nvSpPr>
          <p:spPr>
            <a:xfrm>
              <a:off x="4792515" y="3706081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RSS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10F8DA4-F1A3-1BC8-6676-6C7945A863D1}"/>
                </a:ext>
              </a:extLst>
            </p:cNvPr>
            <p:cNvCxnSpPr/>
            <p:nvPr/>
          </p:nvCxnSpPr>
          <p:spPr>
            <a:xfrm>
              <a:off x="4589499" y="4693995"/>
              <a:ext cx="1231900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4D8664-55CD-9129-5BC1-5C17DE18C12C}"/>
                </a:ext>
              </a:extLst>
            </p:cNvPr>
            <p:cNvSpPr txBox="1"/>
            <p:nvPr/>
          </p:nvSpPr>
          <p:spPr>
            <a:xfrm>
              <a:off x="4792515" y="4319913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TSS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903FD2-F167-C3F0-6058-BA5321370AA8}"/>
                </a:ext>
              </a:extLst>
            </p:cNvPr>
            <p:cNvSpPr txBox="1"/>
            <p:nvPr/>
          </p:nvSpPr>
          <p:spPr>
            <a:xfrm>
              <a:off x="1460882" y="4319913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RSS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2E3FC19-6E6D-3767-42D2-4A6EA9039B55}"/>
                </a:ext>
              </a:extLst>
            </p:cNvPr>
            <p:cNvSpPr txBox="1"/>
            <p:nvPr/>
          </p:nvSpPr>
          <p:spPr>
            <a:xfrm>
              <a:off x="2632206" y="3380941"/>
              <a:ext cx="179057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73.5 &amp; 83.5 GHz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81A19C-8E32-6429-94F3-D2061B192CDE}"/>
                </a:ext>
              </a:extLst>
            </p:cNvPr>
            <p:cNvSpPr txBox="1"/>
            <p:nvPr/>
          </p:nvSpPr>
          <p:spPr>
            <a:xfrm>
              <a:off x="2476932" y="4559969"/>
              <a:ext cx="211256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193.4 THz</a:t>
              </a:r>
            </a:p>
          </p:txBody>
        </p:sp>
        <p:grpSp>
          <p:nvGrpSpPr>
            <p:cNvPr id="5149" name="Group 5148">
              <a:extLst>
                <a:ext uri="{FF2B5EF4-FFF2-40B4-BE49-F238E27FC236}">
                  <a16:creationId xmlns:a16="http://schemas.microsoft.com/office/drawing/2014/main" id="{A1DD5872-0EC4-E82C-4AD1-E634E9A913C3}"/>
                </a:ext>
              </a:extLst>
            </p:cNvPr>
            <p:cNvGrpSpPr/>
            <p:nvPr/>
          </p:nvGrpSpPr>
          <p:grpSpPr>
            <a:xfrm>
              <a:off x="5508104" y="5302317"/>
              <a:ext cx="4168976" cy="923330"/>
              <a:chOff x="251520" y="5657913"/>
              <a:chExt cx="4168976" cy="923330"/>
            </a:xfrm>
          </p:grpSpPr>
          <p:sp>
            <p:nvSpPr>
              <p:cNvPr id="5123" name="TextBox 5122">
                <a:extLst>
                  <a:ext uri="{FF2B5EF4-FFF2-40B4-BE49-F238E27FC236}">
                    <a16:creationId xmlns:a16="http://schemas.microsoft.com/office/drawing/2014/main" id="{3136F435-A82A-E81B-DA1E-F60C865F40E5}"/>
                  </a:ext>
                </a:extLst>
              </p:cNvPr>
              <p:cNvSpPr txBox="1"/>
              <p:nvPr/>
            </p:nvSpPr>
            <p:spPr>
              <a:xfrm>
                <a:off x="251520" y="5657913"/>
                <a:ext cx="86244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+mn-cs"/>
                  </a:rPr>
                  <a:t>TSS: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+mn-cs"/>
                  </a:rPr>
                  <a:t>RSS: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tantia"/>
                  <a:ea typeface="+mn-ea"/>
                  <a:cs typeface="+mn-cs"/>
                </a:endParaRPr>
              </a:p>
            </p:txBody>
          </p:sp>
          <p:sp>
            <p:nvSpPr>
              <p:cNvPr id="5126" name="TextBox 5125">
                <a:extLst>
                  <a:ext uri="{FF2B5EF4-FFF2-40B4-BE49-F238E27FC236}">
                    <a16:creationId xmlns:a16="http://schemas.microsoft.com/office/drawing/2014/main" id="{4737B694-98C8-E4DF-EC07-AEC80022F823}"/>
                  </a:ext>
                </a:extLst>
              </p:cNvPr>
              <p:cNvSpPr txBox="1"/>
              <p:nvPr/>
            </p:nvSpPr>
            <p:spPr>
              <a:xfrm>
                <a:off x="1013520" y="5658673"/>
                <a:ext cx="340697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+mn-cs"/>
                  </a:rPr>
                  <a:t>Transmit Signal Strength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+mn-cs"/>
                  </a:rPr>
                  <a:t>Receive Signal Strength</a:t>
                </a:r>
              </a:p>
            </p:txBody>
          </p:sp>
        </p:grpSp>
        <p:sp>
          <p:nvSpPr>
            <p:cNvPr id="5138" name="TextBox 5137">
              <a:extLst>
                <a:ext uri="{FF2B5EF4-FFF2-40B4-BE49-F238E27FC236}">
                  <a16:creationId xmlns:a16="http://schemas.microsoft.com/office/drawing/2014/main" id="{03116A33-1077-17CC-BDFB-9CBEDF799F87}"/>
                </a:ext>
              </a:extLst>
            </p:cNvPr>
            <p:cNvSpPr txBox="1"/>
            <p:nvPr/>
          </p:nvSpPr>
          <p:spPr>
            <a:xfrm>
              <a:off x="6602465" y="3054042"/>
              <a:ext cx="2544536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libri" panose="020F0502020204030204" pitchFamily="34" charset="0"/>
                  <a:cs typeface="+mn-cs"/>
                </a:rPr>
                <a:t>Radio Frequency Link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AU" sz="1800" dirty="0">
                <a:solidFill>
                  <a:prstClr val="black"/>
                </a:solidFill>
                <a:ea typeface="Calibri" panose="020F050202020403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libri" panose="020F0502020204030204" pitchFamily="34" charset="0"/>
                  <a:cs typeface="+mn-cs"/>
                </a:rPr>
                <a:t>Free Space Optical</a:t>
              </a:r>
            </a:p>
          </p:txBody>
        </p:sp>
        <p:sp>
          <p:nvSpPr>
            <p:cNvPr id="5120" name="Rectangle 5119">
              <a:extLst>
                <a:ext uri="{FF2B5EF4-FFF2-40B4-BE49-F238E27FC236}">
                  <a16:creationId xmlns:a16="http://schemas.microsoft.com/office/drawing/2014/main" id="{07BA219A-71E8-D398-FB45-11F02C39C4B9}"/>
                </a:ext>
              </a:extLst>
            </p:cNvPr>
            <p:cNvSpPr/>
            <p:nvPr/>
          </p:nvSpPr>
          <p:spPr>
            <a:xfrm>
              <a:off x="2489767" y="2771341"/>
              <a:ext cx="2099733" cy="9106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Channel</a:t>
              </a:r>
            </a:p>
          </p:txBody>
        </p:sp>
      </p:grpSp>
      <p:sp>
        <p:nvSpPr>
          <p:cNvPr id="5147" name="Title 1">
            <a:extLst>
              <a:ext uri="{FF2B5EF4-FFF2-40B4-BE49-F238E27FC236}">
                <a16:creationId xmlns:a16="http://schemas.microsoft.com/office/drawing/2014/main" id="{5FEED7A8-DD3C-941D-A04E-F807A82B36DD}"/>
              </a:ext>
            </a:extLst>
          </p:cNvPr>
          <p:cNvSpPr txBox="1">
            <a:spLocks/>
          </p:cNvSpPr>
          <p:nvPr/>
        </p:nvSpPr>
        <p:spPr>
          <a:xfrm>
            <a:off x="107504" y="116632"/>
            <a:ext cx="9001000" cy="850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0A8"/>
                </a:solidFill>
                <a:latin typeface="Georgia" pitchFamily="18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60A8"/>
                </a:solidFill>
                <a:effectLst/>
                <a:uLnTx/>
                <a:uFillTx/>
                <a:latin typeface="Georgia" pitchFamily="18" charset="0"/>
                <a:ea typeface="+mj-ea"/>
                <a:cs typeface="+mj-cs"/>
              </a:rPr>
              <a:t>Hybrid Optical/E-Band Correlated Channel Model</a:t>
            </a:r>
          </a:p>
        </p:txBody>
      </p:sp>
      <p:sp>
        <p:nvSpPr>
          <p:cNvPr id="5148" name="Content Placeholder 2">
            <a:extLst>
              <a:ext uri="{FF2B5EF4-FFF2-40B4-BE49-F238E27FC236}">
                <a16:creationId xmlns:a16="http://schemas.microsoft.com/office/drawing/2014/main" id="{2A07AB39-C016-5FE6-A825-0B8C6F03FD4C}"/>
              </a:ext>
            </a:extLst>
          </p:cNvPr>
          <p:cNvSpPr txBox="1">
            <a:spLocks/>
          </p:cNvSpPr>
          <p:nvPr/>
        </p:nvSpPr>
        <p:spPr>
          <a:xfrm>
            <a:off x="251520" y="1080120"/>
            <a:ext cx="8712968" cy="5589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structure of a data set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AU" sz="1200" b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65834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3DED14-3439-27A6-12D9-3D32844F4B72}"/>
              </a:ext>
            </a:extLst>
          </p:cNvPr>
          <p:cNvGrpSpPr/>
          <p:nvPr/>
        </p:nvGrpSpPr>
        <p:grpSpPr>
          <a:xfrm>
            <a:off x="1" y="2187364"/>
            <a:ext cx="9144000" cy="4121956"/>
            <a:chOff x="0" y="-685800"/>
            <a:chExt cx="9390063" cy="42328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18BF172-A510-A4F4-010E-04349DC4B9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57"/>
            <a:stretch/>
          </p:blipFill>
          <p:spPr bwMode="auto">
            <a:xfrm>
              <a:off x="0" y="-685800"/>
              <a:ext cx="4660900" cy="4224867"/>
            </a:xfrm>
            <a:prstGeom prst="rect">
              <a:avLst/>
            </a:prstGeom>
            <a:noFill/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B52277-DF8E-FE14-62D3-CBFB0C9F6E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243"/>
            <a:stretch/>
          </p:blipFill>
          <p:spPr bwMode="auto">
            <a:xfrm>
              <a:off x="4729163" y="-662126"/>
              <a:ext cx="4660900" cy="4209203"/>
            </a:xfrm>
            <a:prstGeom prst="rect">
              <a:avLst/>
            </a:prstGeom>
            <a:noFill/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8E64DF2-167D-0C80-DE32-133D79128316}"/>
              </a:ext>
            </a:extLst>
          </p:cNvPr>
          <p:cNvSpPr/>
          <p:nvPr/>
        </p:nvSpPr>
        <p:spPr>
          <a:xfrm>
            <a:off x="228600" y="6248400"/>
            <a:ext cx="8763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6D79BDC6-9AE8-B9B3-D63A-239D3780AFC2}"/>
              </a:ext>
            </a:extLst>
          </p:cNvPr>
          <p:cNvSpPr txBox="1">
            <a:spLocks noGrp="1"/>
          </p:cNvSpPr>
          <p:nvPr/>
        </p:nvSpPr>
        <p:spPr bwMode="auto">
          <a:xfrm>
            <a:off x="7059613" y="63817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Arial Unicode MS" pitchFamily="34" charset="-120"/>
              </a:rPr>
              <a:t>P.</a:t>
            </a:r>
            <a:fld id="{0F002AB9-4D7A-48A2-8A43-553AF64A965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Arial Unicode MS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Arial Unicode MS" pitchFamily="34" charset="-12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BB7E9A-2B2A-A8CC-8514-2A9DE739ADCE}"/>
              </a:ext>
            </a:extLst>
          </p:cNvPr>
          <p:cNvSpPr txBox="1"/>
          <p:nvPr/>
        </p:nvSpPr>
        <p:spPr>
          <a:xfrm>
            <a:off x="0" y="980728"/>
            <a:ext cx="90364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+mn-cs"/>
            </a:endParaRPr>
          </a:p>
          <a:p>
            <a:pPr marL="285750" indent="-285750">
              <a:buClr>
                <a:srgbClr val="8AC8DE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Models for Power Loss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i.e., (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Transmit Signal Strength) – (Receive Signal Strength)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8AC8DE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Constructed models using machine learning algorithms applied to </a:t>
            </a:r>
            <a:r>
              <a:rPr lang="en-US" sz="1800" dirty="0">
                <a:solidFill>
                  <a:srgbClr val="737DF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empirical data</a:t>
            </a:r>
            <a:endParaRPr lang="en-AU" sz="1800" dirty="0">
              <a:solidFill>
                <a:srgbClr val="737DFA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CA507F-5D03-8E5A-73A9-2B21FB0DD921}"/>
              </a:ext>
            </a:extLst>
          </p:cNvPr>
          <p:cNvSpPr txBox="1">
            <a:spLocks/>
          </p:cNvSpPr>
          <p:nvPr/>
        </p:nvSpPr>
        <p:spPr>
          <a:xfrm>
            <a:off x="467544" y="116632"/>
            <a:ext cx="8229600" cy="850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0A8"/>
                </a:solidFill>
                <a:latin typeface="Georgia" pitchFamily="18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0060A8"/>
                </a:solidFill>
                <a:effectLst/>
                <a:uLnTx/>
                <a:uFillTx/>
                <a:latin typeface="Georgia" pitchFamily="18" charset="0"/>
                <a:ea typeface="+mj-ea"/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4476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D964DE-2498-6BF2-EA66-4DFF5A2F9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3406"/>
            <a:ext cx="9144000" cy="215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22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014&quot;&gt;&lt;property id=&quot;20148&quot; value=&quot;5&quot;/&gt;&lt;property id=&quot;20300&quot; value=&quot;Slide 6&quot;/&gt;&lt;property id=&quot;20307&quot; value=&quot;274&quot;/&gt;&lt;/object&gt;&lt;object type=&quot;3&quot; unique_id=&quot;10015&quot;&gt;&lt;property id=&quot;20148&quot; value=&quot;5&quot;/&gt;&lt;property id=&quot;20300&quot; value=&quot;Slide 12&quot;/&gt;&lt;property id=&quot;20307&quot; value=&quot;412&quot;/&gt;&lt;/object&gt;&lt;object type=&quot;3&quot; unique_id=&quot;10016&quot;&gt;&lt;property id=&quot;20148&quot; value=&quot;5&quot;/&gt;&lt;property id=&quot;20300&quot; value=&quot;Slide 10&quot;/&gt;&lt;property id=&quot;20307&quot; value=&quot;281&quot;/&gt;&lt;/object&gt;&lt;object type=&quot;3&quot; unique_id=&quot;10017&quot;&gt;&lt;property id=&quot;20148&quot; value=&quot;5&quot;/&gt;&lt;property id=&quot;20300&quot; value=&quot;Slide 15&quot;/&gt;&lt;property id=&quot;20307&quot; value=&quot;405&quot;/&gt;&lt;/object&gt;&lt;object type=&quot;3&quot; unique_id=&quot;10018&quot;&gt;&lt;property id=&quot;20148&quot; value=&quot;5&quot;/&gt;&lt;property id=&quot;20300&quot; value=&quot;Slide 16&quot;/&gt;&lt;property id=&quot;20307&quot; value=&quot;406&quot;/&gt;&lt;/object&gt;&lt;object type=&quot;3&quot; unique_id=&quot;10661&quot;&gt;&lt;property id=&quot;20148&quot; value=&quot;5&quot;/&gt;&lt;property id=&quot;20300&quot; value=&quot;Slide 7&quot;/&gt;&lt;property id=&quot;20307&quot; value=&quot;414&quot;/&gt;&lt;/object&gt;&lt;object type=&quot;3&quot; unique_id=&quot;10662&quot;&gt;&lt;property id=&quot;20148&quot; value=&quot;5&quot;/&gt;&lt;property id=&quot;20300&quot; value=&quot;Slide 3&quot;/&gt;&lt;property id=&quot;20307&quot; value=&quot;415&quot;/&gt;&lt;/object&gt;&lt;object type=&quot;3&quot; unique_id=&quot;10663&quot;&gt;&lt;property id=&quot;20148&quot; value=&quot;5&quot;/&gt;&lt;property id=&quot;20300&quot; value=&quot;Slide 4&quot;/&gt;&lt;property id=&quot;20307&quot; value=&quot;416&quot;/&gt;&lt;/object&gt;&lt;object type=&quot;3&quot; unique_id=&quot;10664&quot;&gt;&lt;property id=&quot;20148&quot; value=&quot;5&quot;/&gt;&lt;property id=&quot;20300&quot; value=&quot;Slide 5&quot;/&gt;&lt;property id=&quot;20307&quot; value=&quot;417&quot;/&gt;&lt;/object&gt;&lt;object type=&quot;3&quot; unique_id=&quot;10665&quot;&gt;&lt;property id=&quot;20148&quot; value=&quot;5&quot;/&gt;&lt;property id=&quot;20300&quot; value=&quot;Slide 11&quot;/&gt;&lt;property id=&quot;20307&quot; value=&quot;418&quot;/&gt;&lt;/object&gt;&lt;object type=&quot;3&quot; unique_id=&quot;10666&quot;&gt;&lt;property id=&quot;20148&quot; value=&quot;5&quot;/&gt;&lt;property id=&quot;20300&quot; value=&quot;Slide 14&quot;/&gt;&lt;property id=&quot;20307&quot; value=&quot;419&quot;/&gt;&lt;/object&gt;&lt;object type=&quot;3&quot; unique_id=&quot;10667&quot;&gt;&lt;property id=&quot;20148&quot; value=&quot;5&quot;/&gt;&lt;property id=&quot;20300&quot; value=&quot;Slide 13&quot;/&gt;&lt;property id=&quot;20307&quot; value=&quot;413&quot;/&gt;&lt;/object&gt;&lt;object type=&quot;3&quot; unique_id=&quot;10848&quot;&gt;&lt;property id=&quot;20148&quot; value=&quot;5&quot;/&gt;&lt;property id=&quot;20300&quot; value=&quot;Slide 2&quot;/&gt;&lt;property id=&quot;20307&quot; value=&quot;420&quot;/&gt;&lt;/object&gt;&lt;object type=&quot;3&quot; unique_id=&quot;10881&quot;&gt;&lt;property id=&quot;20148&quot; value=&quot;5&quot;/&gt;&lt;property id=&quot;20300&quot; value=&quot;Slide 8&quot;/&gt;&lt;property id=&quot;20307&quot; value=&quot;421&quot;/&gt;&lt;/object&gt;&lt;object type=&quot;3&quot; unique_id=&quot;10882&quot;&gt;&lt;property id=&quot;20148&quot; value=&quot;5&quot;/&gt;&lt;property id=&quot;20300&quot; value=&quot;Slide 9&quot;/&gt;&lt;property id=&quot;20307&quot; value=&quot;422&quot;/&gt;&lt;/object&gt;&lt;/object&gt;&lt;/object&gt;&lt;/database&gt;"/>
  <p:tag name="SECTOMILLISECCONVERTED" val="1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UofA Bonython Template">
  <a:themeElements>
    <a:clrScheme name="Custom UofA">
      <a:dk1>
        <a:sysClr val="windowText" lastClr="000000"/>
      </a:dk1>
      <a:lt1>
        <a:sysClr val="window" lastClr="FFFFFF"/>
      </a:lt1>
      <a:dk2>
        <a:srgbClr val="0F497B"/>
      </a:dk2>
      <a:lt2>
        <a:srgbClr val="EEECE1"/>
      </a:lt2>
      <a:accent1>
        <a:srgbClr val="005A9C"/>
      </a:accent1>
      <a:accent2>
        <a:srgbClr val="ED1C2E"/>
      </a:accent2>
      <a:accent3>
        <a:srgbClr val="B38808"/>
      </a:accent3>
      <a:accent4>
        <a:srgbClr val="4391CA"/>
      </a:accent4>
      <a:accent5>
        <a:srgbClr val="C7DAEA"/>
      </a:accent5>
      <a:accent6>
        <a:srgbClr val="D6B400"/>
      </a:accent6>
      <a:hlink>
        <a:srgbClr val="0070C0"/>
      </a:hlink>
      <a:folHlink>
        <a:srgbClr val="C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8DDAB2382D7D4DADC2ECA83B355B2D" ma:contentTypeVersion="0" ma:contentTypeDescription="Create a new document." ma:contentTypeScope="" ma:versionID="01a2dc7ae249ef2152299093e6fe0a4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3f9ca9ed2b1b526ffdf70859b84e62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A7A03E-E56F-45DD-891F-465CBADF9B1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8DB5C0A-59FD-40D7-9E93-68461C80A9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284291-E456-4325-A141-426BF3EF915F}"/>
</file>

<file path=docProps/app.xml><?xml version="1.0" encoding="utf-8"?>
<Properties xmlns="http://schemas.openxmlformats.org/officeDocument/2006/extended-properties" xmlns:vt="http://schemas.openxmlformats.org/officeDocument/2006/docPropsVTypes">
  <Template>UoA_PPT3</Template>
  <TotalTime>16973</TotalTime>
  <Words>105</Words>
  <Application>Microsoft Office PowerPoint</Application>
  <PresentationFormat>On-screen Show (4:3)</PresentationFormat>
  <Paragraphs>45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 Unicode MS</vt:lpstr>
      <vt:lpstr>Arial</vt:lpstr>
      <vt:lpstr>Calibri</vt:lpstr>
      <vt:lpstr>Constantia</vt:lpstr>
      <vt:lpstr>Georgia</vt:lpstr>
      <vt:lpstr>Times New Roman</vt:lpstr>
      <vt:lpstr>Wingdings 2</vt:lpstr>
      <vt:lpstr>UofA Bonython Template</vt:lpstr>
      <vt:lpstr>Flow</vt:lpstr>
      <vt:lpstr>PowerPoint Presentation</vt:lpstr>
      <vt:lpstr>PowerPoint Presentation</vt:lpstr>
      <vt:lpstr>PowerPoint Presentation</vt:lpstr>
    </vt:vector>
  </TitlesOfParts>
  <Company>HZ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hung.nguyen@adelaide.edu.au</dc:creator>
  <cp:lastModifiedBy>Siu Wai Ho</cp:lastModifiedBy>
  <cp:revision>1141</cp:revision>
  <cp:lastPrinted>2015-04-23T05:58:10Z</cp:lastPrinted>
  <dcterms:created xsi:type="dcterms:W3CDTF">2006-05-24T06:00:53Z</dcterms:created>
  <dcterms:modified xsi:type="dcterms:W3CDTF">2024-02-12T05:29:29Z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0x010100688DDAB2382D7D4DADC2ECA83B355B2D</vt:lpwstr>
  </property>
</Properties>
</file>